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073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QoETRACK — a mobile app for collecting Quality of Experience data from network subscribers. Task 5 covers our UI design and implementation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QoETRACK stands for Quality of Experience Tracking. Task 5 had three main deliverables: app identity, visual design in Figma, and frontend implementation in Android/Kotlin.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brand is built around navy and teal — professional, readable, and distinctive. Poppins gives modern headings, Inter is optimised for small-screen legibility.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Splash and Onboarding use android:noHistory='true' so users cannot navigate back to them. The onboarding_complete flag in SharedPreferences controls which flow fires on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7 screens are fully implemented and tested on a physical Android device. Each screen has a dedicated Kotlin activity controller and XML layout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technical hurdles were around Gradle DSL, invalid XML attributes, and SharedPreferences state. Each was diagnosed systematically and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summarise: all 7 screens implemented and tested, full navigation flow working, 11 technical challenges resolved. QoETRACK is ready for Task 6 backend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840480"/>
            <a:ext cx="2011680" cy="201168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274320"/>
            <a:ext cx="1371600" cy="13716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274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QoET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</a:rPr>
              <a:t>QoETRACK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9A7"/>
                </a:solidFill>
              </a:rPr>
              <a:t>Rate It. Report It. Improve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1546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154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CEF440 — Task 5: UI Design and Implementation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</a:rPr>
              <a:t>Group 2  |  University of Buea  |  Dr. Valery Nkemeni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What is QoETRACK?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A native Android application built to collect, measure, and report mobile network Quality of Experience data from subscribers.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It captures signal strength, latency, GPS location, and user satisfaction ratings — forwarding anonymised data to network operators to help improve mobile coverage.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Task 5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App Identity</a:t>
            </a:r>
            <a:endParaRPr lang="en-US" sz="12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Brand name, colour palette, typography, logo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Visual Design</a:t>
            </a:r>
            <a:endParaRPr lang="en-US" sz="12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Figma mockups for all 7 screens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Frontend Implementation</a:t>
            </a:r>
            <a:endParaRPr lang="en-US" sz="12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7 Kotlin activities + XML layouts</a:t>
            </a:r>
            <a:endParaRPr lang="en-US" sz="12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Full navigation flow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APP IDENTITY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286000" cy="3657600"/>
          </a:xfrm>
          <a:prstGeom prst="roundRect">
            <a:avLst>
              <a:gd name="adj" fmla="val 480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325880"/>
            <a:ext cx="1280160" cy="1280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QoET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QoETRACK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9A7"/>
                </a:solidFill>
              </a:rPr>
              <a:t>Rate It. Report It. Improve It.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05156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097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Colour Palette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481328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A3A6B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02996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Primary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#1A3A6B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60520" y="1481328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0C9A7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02996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Accent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#00C9A7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12080" y="1481328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4F8FC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996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Background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#F4F8FC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263640" y="1481328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02996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Surface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#FFFFFF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0" y="1481328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5393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02996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Danger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07080"/>
                </a:solidFill>
              </a:rPr>
              <a:t>#E53935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926080" y="2971800"/>
            <a:ext cx="5852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08960" y="30175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Typography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401568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Poppins Bold / SemiBold / Regular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Headings, app name, button labels, metric values, card titles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Inter Regular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Body text, captions, timestamps, supporting labels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SCREEN FLOW &amp; NAVIGATION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First Launch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52379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From 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2896" y="392277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933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Dashboard  →  Feedback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84684" y="3923919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07080"/>
                </a:solidFill>
              </a:rPr>
              <a:t>Bottom Nav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2" y="394563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14900" y="39577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Dashboard  →  Settings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58100" y="39339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07080"/>
                </a:solidFill>
              </a:rPr>
              <a:t>Bottom Nav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2896" y="449627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48027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Settings  →  Privacy Notice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84684" y="45034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07080"/>
                </a:solidFill>
              </a:rPr>
              <a:t>Privacy row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14887" y="452170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45328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Settings  →  Permission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44962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07080"/>
                </a:solidFill>
              </a:rPr>
              <a:t>Permissions row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2ABBF65-C5F6-EFD6-4BDA-E17449A47C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54"/>
          <a:stretch>
            <a:fillRect/>
          </a:stretch>
        </p:blipFill>
        <p:spPr>
          <a:xfrm>
            <a:off x="320040" y="1337024"/>
            <a:ext cx="8275320" cy="22402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35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IMPLEMENTED SCREENS</a:t>
            </a:r>
            <a:endParaRPr lang="en-US" sz="22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C399EF2-9757-23A6-E967-A71B6C20A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4" y="914401"/>
            <a:ext cx="1205014" cy="395724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6DE5456-7F19-E1CC-4E8D-C4BC59557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652" y="914400"/>
            <a:ext cx="1260062" cy="396835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BBAB269-71A2-6814-731A-B402AE45C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714" y="870259"/>
            <a:ext cx="1339413" cy="400138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4F0CC91-9290-2216-0FCA-4C2EDDDF57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127" y="870259"/>
            <a:ext cx="1339413" cy="400138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1E79228-EE3E-2980-9640-D676B777AB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997" y="853588"/>
            <a:ext cx="1239671" cy="400138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51442BE-9FC8-3E60-0F72-A4DC28EFD6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4126" y="870260"/>
            <a:ext cx="1409827" cy="406807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FE013F7-083E-442C-7015-5E3A2F098F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18" y="920277"/>
            <a:ext cx="1224019" cy="40013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TECH STACK &amp; KEY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E8"/>
                </a:solidFill>
              </a:rPr>
              <a:t>Language: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600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Kotlin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E8"/>
                </a:solidFill>
              </a:rPr>
              <a:t>Layouts: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20391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ConstraintLayout + LinearLayout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780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E8"/>
                </a:solidFill>
              </a:rPr>
              <a:t>Min SDK: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4780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API 24 (Android 7.0)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9169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E8"/>
                </a:solidFill>
              </a:rPr>
              <a:t>Target SDK: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9169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API 35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55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E8"/>
                </a:solidFill>
              </a:rPr>
              <a:t>Theme: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355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AppCompat.Light.NoActionBar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E8"/>
                </a:solidFill>
              </a:rPr>
              <a:t>Signal Data: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7947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TelephonyManager / TelephonyCallback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233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8E8"/>
                </a:solidFill>
              </a:rPr>
              <a:t>Persistence: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42336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SharedPreferences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1051560"/>
            <a:ext cx="43434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11430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Key Challenges Resolved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16002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B3A"/>
                </a:solidFill>
              </a:rPr>
              <a:t>Gradle Kotlin DSL syntax errors → fixed dependency format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20391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B3A"/>
                </a:solidFill>
              </a:rPr>
              <a:t>compileSdk block syntax → replaced with compileSdk = 35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247802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B3A"/>
                </a:solidFill>
              </a:rPr>
              <a:t>AAR compatibility → bumped targetSdk to 35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291693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B3A"/>
                </a:solidFill>
              </a:rPr>
              <a:t>android:hintTextColor invalid in XML → moved to Kotlin code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33558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B3A"/>
                </a:solidFill>
              </a:rPr>
              <a:t>android:paintFlags invalid in XML → applied via paintFlags flag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37947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B3A"/>
                </a:solidFill>
              </a:rPr>
              <a:t>Onboarding skipped silently → cleared SharedPreferences via reinstall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42336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B3A"/>
                </a:solidFill>
              </a:rPr>
              <a:t>Wrong navigation in withEndAction → called navigateToPermission()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560320" cy="256032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500" dirty="0">
                <a:solidFill>
                  <a:srgbClr val="00C9A7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377440" cy="2286000"/>
          </a:xfrm>
          <a:prstGeom prst="roundRect">
            <a:avLst>
              <a:gd name="adj" fmla="val 5600"/>
            </a:avLst>
          </a:prstGeom>
          <a:solidFill>
            <a:srgbClr val="0D285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Screens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</a:rPr>
              <a:t>All designed, coded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</a:rPr>
              <a:t>&amp; tested on device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2377440" cy="2286000"/>
          </a:xfrm>
          <a:prstGeom prst="roundRect">
            <a:avLst>
              <a:gd name="adj" fmla="val 5600"/>
            </a:avLst>
          </a:prstGeom>
          <a:solidFill>
            <a:srgbClr val="0D285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234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Navigation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Functional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5420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</a:rPr>
              <a:t>Full flow from Splash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</a:rPr>
              <a:t>to Privacy Notice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377440" cy="2286000"/>
          </a:xfrm>
          <a:prstGeom prst="roundRect">
            <a:avLst>
              <a:gd name="adj" fmla="val 5600"/>
            </a:avLst>
          </a:prstGeom>
          <a:solidFill>
            <a:srgbClr val="0D285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234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11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Challenges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Resolved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5420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</a:rPr>
              <a:t>Gradle, SDK, XML attrs,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</a:rPr>
              <a:t>&amp; layout issues fixed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118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QoETRACK is a complete frontend implementation of the Task 4 architecture — a functional, visually branded Android application ready for backend integration.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E8"/>
                </a:solidFill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595</Words>
  <Application>Microsoft Office PowerPoint</Application>
  <PresentationFormat>On-screen Show (16:9)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QoETRACK — UI Design and Implementation</dc:title>
  <dc:subject>PptxGenJS Presentation</dc:subject>
  <dc:creator>PptxGenJS</dc:creator>
  <cp:lastModifiedBy>EFUETNGONG GENESIS TAZISONG</cp:lastModifiedBy>
  <cp:revision>2</cp:revision>
  <dcterms:created xsi:type="dcterms:W3CDTF">2026-06-09T08:52:24Z</dcterms:created>
  <dcterms:modified xsi:type="dcterms:W3CDTF">2026-06-09T09:14:07Z</dcterms:modified>
</cp:coreProperties>
</file>